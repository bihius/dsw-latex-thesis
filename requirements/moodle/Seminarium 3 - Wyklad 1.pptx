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60" r:id="rId4"/>
    <p:sldId id="266" r:id="rId5"/>
    <p:sldId id="267" r:id="rId6"/>
    <p:sldId id="261" r:id="rId7"/>
    <p:sldId id="262" r:id="rId8"/>
    <p:sldId id="263" r:id="rId9"/>
    <p:sldId id="268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2978"/>
    <p:restoredTop sz="91425"/>
  </p:normalViewPr>
  <p:slideViewPr>
    <p:cSldViewPr snapToGrid="0">
      <p:cViewPr varScale="1">
        <p:scale>
          <a:sx n="122" d="100"/>
          <a:sy n="122" d="100"/>
        </p:scale>
        <p:origin x="1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8:57:19.5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0:47:57.1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24575,'0'-8'0,"0"3"0,0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22:17.318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24:23.794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3 1 24575,'0'18'0,"0"0"0,0-2 0,0 7 0,0 0 0,0 3 0,0-5 0,0 1 0,0 2 0,0-1 0,0 0 0,0-7 0,0-1 0,0 3 0,0 1 0,0-1 0,0-2 0,0-6 0,0-1 0,0 1 0,0-1 0,0-1 0,0-1 0,0 1 0,0-1 0,0 0 0,0-2 0,0 0 0,0 0 0,0 1 0,0 0 0,0-1 0,0 0 0,0 0 0,0 1 0,0-1 0,0 1 0,0 1 0,0-1 0,0 0 0,0 0 0,0-1 0,0 1 0,0-1 0,0 2 0,0-1 0,0 1 0,0-2 0,0 1 0,0 1 0,0-1 0,0 2 0,-1-3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24:24.975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25:28.463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28:08.902"/>
    </inkml:context>
    <inkml:brush xml:id="br0">
      <inkml:brushProperty name="width" value="0.2" units="cm"/>
      <inkml:brushProperty name="height" value="0.2" units="cm"/>
      <inkml:brushProperty name="color" value="#FF0066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47:05.8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09:58:56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5:10.4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1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1 149 24575,'2'-12'0,"2"0"0,2 1 0,0 1 0,3-2 0,2-2 0,1 2 0,1 0 0,0 4 0,1 1 0,8-2 0,5 1 0,1 1 0,2 0 0,-8 4 0,-2 1 0,6 1 0,-1 0 0,1 1 0,-5-1 0,-8 1 0,-1 0 0,-1 0 0,2 1 0,-4 3 0,1 2 0,-5 10 0,-2 10 0,-1 7 0,-2 1 0,-6-2 0,-5-5 0,-12 9 0,-10 3 0,-2 0 0,-1-4 0,5-9 0,4-3 0,-8 3 0,-8 6 0,10-7 0,-1-2 0,21-14 0,1-2 0,0 0 0,4 0 0,1-2 0,8-2 0,8-2 0,5-1 0,6 1 0,3-1 0,-2 0 0,2 0 0,7 0 0,2 0 0,8 0 0,-8 1 0,-4 0 0,-3 2 0,2 2 0,0-1 0,-2 1 0,-7-2 0,-2 1 0,3-1 0,1-1 0,-1-1 0,-2 0 0,-6-1 0,-2 0 0,2 0 0,0-3 0,-1-3 0,-3-6 0,-4 3 0,-2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1.7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1.9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4.1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286 0 24575,'-6'0'0,"1"0"0,-2 0 0,-2 0 0,-4 0 0,-2 0 0,-1 1 0,1 2 0,-3 6 0,-6 5 0,0 2 0,1-1 0,9-3 0,0 1 0,0 3 0,1 2 0,1 3 0,2 1 0,0 2 0,0-1 0,3-6 0,3-4 0,3-2 0,0 1 0,0 0 0,1 0 0,0 1 0,0 3 0,0-3 0,0 1 0,0-5 0,2 0 0,2 3 0,1-2 0,2-1 0,2-3 0,2 2 0,5 0 0,0 0 0,-2-2 0,-2-1 0,2 0 0,5-1 0,-1-2 0,-2-1 0,-5-1 0,1 0 0,8 0 0,-6 0 0,7 0 0,-5-3 0,10-9 0,3-4 0,1-6 0,-4 0 0,2-6 0,6-6 0,-4 4 0,-3 1 0,-13 12 0,-2 4 0,0-3 0,-2 4 0,-2 1 0,-6 3 0,-6 0 0,1 2 0,-9-2 0,-1 5 0,-1-1 0,1 0 0,4 2 0,0-1 0,-3 1 0,1 0 0,2 0 0,2 2 0,0 0 0,-7 0 0,-1 0 0,-4 3 0,0 3 0,-5 10 0,-10 8 0,1 3 0,-2 5 0,12-7 0,1 3 0,10-10 0,2-1 0,7-8 0,1-1 0,0 1 0,1-1 0,1-1 0,0-1 0,0-4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5.0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6:56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6 663 24575,'-5'-2'0,"4"-6"0,5-6 0,9-10 0,16-25 0,19-30 0,5-5-634,0 0 634,-13 20 0,-4 6 0,0-6 0,-6 11 0,-9 11 0,-11 24 0,-5 7 0,-1 5 634,-1 3-634,-2 5 0,-1 4 0,0 0 0,0 1 0,0-1 0,0 2 0,0 2 0,0 2 0,0 2 0,0 10 0,0 17 0,0 4 0,0 4 0,-1-5 0,-2 5 0,-2 10 0,-1-4 0,1-8 0,2-19 0,3-2 0,-2 4 0,0-2 0,0-5 0,1-8 0,1-2 0,0 2 0,-1-2 0,1-1 0,0-5 0,0 1 0,0 3 0,0-1 0,0 0 0,0-2 0,0-1 0,0 2 0,0 0 0,0 1 0,0-2 0,-1 1 0,0-1 0,0-3 0,-2-6 0,1-10 0,0 4 0,1-3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466 50 24575,'-10'0'0,"0"0"0,-1 0 0,-5 0 0,-3 0 0,-1 0 0,-1 0 0,5 0 0,0 2 0,-5 5 0,-5 6 0,1 1 0,2 0 0,9-4 0,1 1 0,-1 1 0,1 1 0,3-1 0,5-5 0,0 4 0,0 0 0,0 1 0,-1 1 0,1-4 0,1 1 0,-1 2 0,-2 4 0,1 0 0,-1 1 0,1-4 0,0 4 0,-5 6 0,0 0 0,0-1 0,2-5 0,-1 1 0,1 4 0,0-1 0,1-3 0,4-6 0,1-2 0,-1 2 0,2 3 0,0-1 0,1 0 0,0-3 0,1 0 0,0 0 0,0-2 0,0-1 0,1 1 0,3 2 0,1-2 0,1 0 0,-1-4 0,1 1 0,1 1 0,-1 0 0,0 0 0,-1-2 0,1 1 0,0 0 0,1-1 0,-2 0 0,1 0 0,1-1 0,0 1 0,0-2 0,-1 0 0,-1 0 0,4-1 0,2 0 0,1-2 0,3 0 0,1-1 0,-1-1 0,0-2 0,-3-2 0,1-2 0,3-3 0,0-1 0,-1 1 0,-4 0 0,2-1 0,2-2 0,-2 0 0,-1 2 0,-6 4 0,0-2 0,3-4 0,-2-1 0,-1-3 0,-1-5 0,0-7 0,3-4 0,-1-1 0,0 4 0,-1 5 0,3-11 0,3-7 0,0 2 0,-1 4 0,-5 15 0,-3 3 0,0 1 0,-2 2 0,-1 4 0,0 7 0,0-2 0,0-1 0,0-2 0,0 0 0,1 2 0,2-1 0,2-4 0,2 0 0,0 1 0,-1 3 0,-4 6 0,0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1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452 1 24575,'0'10'0,"0"6"0,0 1 0,0 2 0,0-2 0,0 2 0,0 5 0,-1 0 0,0 0 0,-2-5 0,0 1 0,-3 7 0,1 1 0,0 1 0,0-5 0,-1 6 0,-3 7 0,-1 1 0,-1-1 0,2-10 0,0 1 0,-1 6 0,2-1 0,0-3 0,4-8 0,0-1 0,1 5 0,-1 0 0,0-1 0,3-8 0,-2 2 0,0 4 0,1 1 0,0-2 0,0-7 0,1 1 0,-1 3 0,2-1 0,-1-2 0,1-5 0,0 0 0,-1 6 0,-1 1 0,0 0 0,1-3 0,1 2 0,-2 3 0,1-1 0,-1-2 0,0-8 0,0-1 0,0 0 0,-1 0 0,0-1 0,0-3 0,-1 1 0,-6 0 0,-3 0 0,-2-1 0,-1 0 0,-4-1 0,-6 1 0,-8 0 0,7-2 0,0 0 0,10-2 0,2 0 0,3 0 0,6 0 0,0 0 0,0 0 0,0-1 0,0-3 0,2-3 0,0-13 0,0-16 0,2 14 0,1-5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2.5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4.0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147 0 24575,'13'0'0,"-2"0"0,4 0 0,-4 0 0,6 0 0,-6 0 0,1 0 0,-3 2 0,-1 4 0,2 5 0,-1 3 0,-1 1 0,-2-2 0,-1 4 0,1 9 0,-3-6 0,1 5 0,-4-8 0,0 8 0,-1 2 0,-4 5 0,-5-4 0,-17 9 0,-13 8 0,-2-3 0,0-4 0,13-15 0,1-3 0,1-1 0,4-5 0,6-2 0,10-7 0,2 0 0,3-1 0,5-2 0,5 0 0,7 0 0,1 0 0,-1 0 0,0-1 0,6 1 0,5-1 0,2 0 0,-3-1 0,-7 0 0,0 0 0,4 0 0,-3 0 0,1 0 0,-6 0 0,5 0 0,6-2 0,2-1 0,0-1 0,-5-2 0,-5 0 0,5-3 0,-12 5 0,2-2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5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1 485 24575,'0'11'0,"0"2"0,0 0 0,0-1 0,0-1 0,0-3 0,0 0 0,0-2 0,1-1 0,1 0 0,5 0 0,4 1 0,1 1 0,-1-1 0,-2-1 0,0-1 0,2 2 0,5 1 0,1-1 0,1-2 0,-2-3 0,2-1 0,5 1 0,5-1 0,3-3 0,2-5 0,2-8 0,13-16 0,9-14 0,-3-4 0,-5 1 0,-19 10 0,-3-1 0,-4-2 0,-5 5 0,-5 7 0,-9 12 0,-1 1 0,-3-6 0,0-1 0,-2 2 0,-2 4 0,-2 0 0,-1-2 0,-1 2 0,-1 2 0,-1 7 0,-2 1 0,-10-1 0,-6 1 0,-3 1 0,-4 2 0,6 3 0,-1 2 0,-7-1 0,1 1 0,2 0 0,3 2 0,12 4 0,2 3 0,0 11 0,0 3 0,2 4 0,4 0 0,6-5 0,3 0 0,1 10 0,1 2 0,0 0 0,0-3 0,-1-11 0,-1-2 0,-5 4 0,4-12 0,-2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7.1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336 0 24575,'9'0'0,"1"0"0,1 0 0,-2 0 0,-2 0 0,0 0 0,2 1 0,1 2 0,-1 1 0,-2 2 0,-2 0 0,-1 0 0,1 4 0,-1 4 0,-2 1 0,0-1 0,-2-1 0,0-1 0,0 6 0,0 3 0,0 0 0,0-2 0,-1-5 0,-2-1 0,-5 5 0,-3 1 0,-3 0 0,-2 1 0,1-5 0,-1 0 0,-6 6 0,-4 3 0,-2 1 0,-2 0 0,3-7 0,1-1 0,-9 6 0,0-2 0,2-2 0,4-3 0,13-9 0,3-1 0,1 1 0,1-2 0,2 0 0,2-2 0,5 0 0,1-1 0,4 2 0,4-1 0,5 0 0,10 2 0,7-1 0,5-1 0,2-1 0,-3-2 0,-2 0 0,9 0 0,2 0 0,-5 0 0,-6 0 0,-8 0 0,-1 0 0,-3 0 0,-3 0 0,-7 0 0,-4 0 0,1 1 0,1 0 0,0 1 0,-1-1 0,0 0 0,-1-1 0,-1 0 0,5-2 0,6-6 0,7-11 0,5-9 0,-11 8 0,-4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09.2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361 16 24575,'6'-2'0,"-1"0"0,-1-2 0,0 0 0,-2 1 0,-5 2 0,-4 3 0,-5 2 0,-5 5 0,-1 3 0,-2 1 0,4-1 0,5-4 0,3-2 0,-1 0 0,1 1 0,1-1 0,0-1 0,3-2 0,0 0 0,-3 3 0,-3 3 0,-1 3 0,-2 2 0,1 1 0,-2 2 0,-5 6 0,-3 7 0,0-2 0,1-3 0,7-10 0,1-2 0,-1 1 0,4-3 0,1-1 0,4-6 0,1 1 0,1 0 0,1 0 0,1 2 0,1 3 0,0 4 0,0 2 0,0 2 0,0-1 0,0 8 0,1 3 0,2-4 0,1-1 0,1-12 0,0-1 0,1 1 0,0-1 0,2-1 0,0-2 0,-1-3 0,0-1 0,4 0 0,2 1 0,0 0 0,1 0 0,-2 0 0,1-1 0,-2-1 0,-2-1 0,0 0 0,-3-1 0,0 0 0,3 0 0,2 0 0,0 0 0,1 0 0,-4 0 0,1-1 0,3-2 0,-2-1 0,-1-1 0,-3 0 0,-2 0 0,2-2 0,-1-3 0,0 0 0,-1-1 0,-3 1 0,1 0 0,-1-2 0,1-2 0,0 2 0,-1 2 0,-1 2 0,0 1 0,0 0 0,0 0 0,0 2 0,0 0 0,-1 0 0,-1 2 0,-2 1 0,-1 2 0,0 0 0,0 0 0,1 0 0,-2 0 0,-2 0 0,-3 0 0,-2 0 0,0 0 0,-6 0 0,-7 6 0,-2 4 0,0 4 0,6 3 0,0 2 0,-6 7 0,7-5 0,0 0 0,13-12 0,2-1 0,3-3 0,0-1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10.7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 24575,'0'14'0,"0"2"0,0 13 0,0 11 0,0 5 0,0 1 0,0-8 0,0 9 0,0 12 0,0 0 0,0-2 0,-2-14 0,-2 5 0,-1 6 0,1 0 0,2-2 0,2-13 0,0-2 0,0 10 0,0 8 0,0-6 0,0-4 0,0-18 0,0-6 0,0 0 0,0-7 0,0-2 0,0-9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6T10:17:12.7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24575,'0'16'0,"0"12"0,2 9 0,3 6 0,3 0 0,12 15 0,12 21 0,1-1 0,0-4 0,-8-21 0,0-1 0,6 9 0,-3-6 0,-4-10 0,-12-19 0,-3-8 0,0-2 0,0-4 0,-3-3 0,-1-4 0,-1 1 0,0-1 0,2-1 0,-1 0 0,0-3 0,0 2 0,1-2 0,-2 2 0,-1-2 0,1 1 0,0 0 0,0 0 0,0 1 0,0 0 0,0 1 0,0 0 0,2 1 0,1 4 0,0 0 0,0-1 0,-1-1 0,0-1 0,1 0 0,-1 0 0,0-1 0,-2-2 0,-2-1 0,1-7 0,0-12 0,0-15 0,5-31 0,3-22 0,0-6 0,-3 36 0,-1 1 0,4-22 0,0-6 0,-5 37 0,-3 10 0,-3 21 0,0 4 0,0 1 0,0 2 0,0 0 0,0 2 0,0-2 0,0 0 0,0-1 0,0-7 0,0-6 0,0-2 0,0 1 0,0 5 0,0 3 0,0-1 0,0 2 0,0 3 0,0 3 0,0 2 0,0 1 0,0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06E59-25DD-0142-8CE3-FBF5FD89F701}" type="datetimeFigureOut">
              <a:rPr lang="pl-PL" smtClean="0"/>
              <a:t>21.10.2026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74D2B-231A-2B43-BFCC-53D5E74BFF6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7840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191CFC-6E5E-379F-2F64-9D1EF850A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9D67A5C-7D44-0431-244A-3CA299C8A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4D64DD-384D-7E69-B157-DFA2C044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7B7A7-052A-3F4D-A12E-EB65158E664A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766DE82-753F-A9FC-B17F-FFC999F0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7325971-A430-B80B-2C83-17DF726F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265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E00829-45CD-473E-4E03-7EAE1991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0A0BC1-E7A8-E3A0-658A-BD8836AE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8144C3-2AE0-0732-C802-6C962583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3E331-0D8E-5744-83FF-7273D6F29F09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74539C9-9A97-92A9-3042-9D209AE9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8C4BDB-D45C-6865-14CF-8D71DDE3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398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59059F-9BA1-8D9C-A324-A019C6FF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A33874-FC16-E5DC-D1C6-C06DE782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F6AD2C-57F6-0FEB-103B-1AA4F4FE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53F1-8768-CC4B-B8AB-9214F0CD0E8E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00B0CA-1BAD-35E1-C6F6-CAAC2302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42968C-3911-ADD0-4D72-CBDE26DD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103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63AD66-858E-C213-B6AE-97C9342B2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12FE80-403F-BD1D-B7EA-4F8532D10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C625596-5CEC-B3F6-1E8E-9B4125CF0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FCB49AD-FEA8-78EE-9614-7330CD2C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7C70-C0EF-1047-AE9B-B5F3CDDA7704}" type="datetime1">
              <a:rPr lang="pl-PL" smtClean="0"/>
              <a:t>21.10.2026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19B904D-7621-823F-3FE9-ADE0AF0B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F4999F-0ACF-E059-E69E-8EE49B67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284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043915-32F9-CADF-2036-7120631C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5D58841-A9DF-5E32-3D72-3C7A4AEA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4E442AF-5B29-921B-8E09-0A92F2E50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57C72C8-C22E-4D0D-D588-89F0E46BD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22EDE32-405C-4B52-8573-EB985AAFD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F6C73B34-4641-44C7-2EB1-3F660DDF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98B00-95CE-EA4E-A64D-204A9E8ED3BD}" type="datetime1">
              <a:rPr lang="pl-PL" smtClean="0"/>
              <a:t>21.10.2026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E65AE3A-133D-FDE2-3EB6-4904622B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E9B14E5-3EDC-3B26-D45D-78D56E2C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91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5BB7B5-F13D-CBBC-B8AE-1BF5E72D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C0A6FC5-66B5-7503-1701-52A5582B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67C6-5F7F-C347-BDB7-A8D4942BD742}" type="datetime1">
              <a:rPr lang="pl-PL" smtClean="0"/>
              <a:t>21.10.2026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CDD251D-97DF-598E-7BB7-D1041592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4032BB3-D1B9-49D3-8617-68465337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009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20BB685-2ABD-FEF5-12EC-22E70363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400A-AADA-984B-80DE-CA9F80E61288}" type="datetime1">
              <a:rPr lang="pl-PL" smtClean="0"/>
              <a:t>21.10.2026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40520AD-93F6-CAC0-8285-A5C8CA29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BF4CB0B-3632-E98F-4E49-9CC39A97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097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B16ABD-9182-7BED-6C8A-4713F552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7CE8D0-AA10-17C5-D031-6E084722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17548F8-3257-BA2D-D8C7-A72F66F64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327616-9587-A0C9-99C3-6F7B8F0E9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48001-8F3E-6F46-B16C-C1421FEB4799}" type="datetime1">
              <a:rPr lang="pl-PL" smtClean="0"/>
              <a:t>21.10.2026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74B1E2F-43CA-B146-825F-C779D711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CC8D452-4B4F-F477-7346-BC080B1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380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0D02C4-42B2-387E-6AC9-63C8AA61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60B8CC9-4157-15E5-111E-EFBE8AC1A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D59FE91-4C3F-CA3F-91C9-6CFCB858F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E146655-302D-B6A7-4B45-B088EE51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E8647-C0E7-DA49-AF14-90F476AA390F}" type="datetime1">
              <a:rPr lang="pl-PL" smtClean="0"/>
              <a:t>21.10.2026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2E2776B-4388-DE4D-E6EE-36B3D608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E41F50D-FFE5-D9DA-7EEB-7DF93990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8380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9E0AB3-0AF1-03EC-C2F6-DDB4E635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7D459DB-90FC-07BF-4995-37BE98F87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262873-FE2A-560B-6487-CD279F8C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4FB47-1179-1E48-B586-D57B14A426DD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45626E2-9FCA-6B52-5C8D-FB2A5D3A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CF9A8CB-0583-DD8C-6778-FDBA4483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462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E85C690-89F9-2E1A-0294-8E9A2B751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7ED76F3-3719-9755-03F8-3B6F28E20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5896932-90F8-9AA6-EE19-5A200CEB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4EC3-F870-CF48-BA0E-8EF86CE7B360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4A16D6-8205-9353-9933-F5D3727D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392E5CB-E884-D37A-6859-48906864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124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FFC7948-12D4-B2D3-7119-32973863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2963AC5-DA37-9D5D-E091-0D8C506D0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8BAE7C2-9940-A93F-1147-2FF6FDB0D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C44BA-67D1-6E49-8D8C-4CFB2A5FEF3F}" type="datetime1">
              <a:rPr lang="pl-PL" smtClean="0"/>
              <a:t>21.10.2026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43AD38D-EC4E-CA19-3847-3130271F0B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l-PL"/>
              <a:t>SEMINARIUM DYPLOMOWE 3 (WYKŁAD)</a:t>
            </a:r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1EDBFDE-4AD1-D7A5-3F4A-DC8A42F67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104BE-27E8-DB47-B453-7B08AE0E8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798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ojciech.zamojski@pwr.edu.pl" TargetMode="External"/><Relationship Id="rId2" Type="http://schemas.openxmlformats.org/officeDocument/2006/relationships/hyperlink" Target="mailto:wojciech.zamojski@ideis.edu.p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8.png"/><Relationship Id="rId7" Type="http://schemas.openxmlformats.org/officeDocument/2006/relationships/customXml" Target="../ink/ink6.xm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image" Target="../media/image1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50" Type="http://schemas.openxmlformats.org/officeDocument/2006/relationships/image" Target="../media/image7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2" Type="http://schemas.openxmlformats.org/officeDocument/2006/relationships/image" Target="../media/image560.png"/><Relationship Id="rId80" Type="http://schemas.openxmlformats.org/officeDocument/2006/relationships/image" Target="../media/image600.png"/><Relationship Id="rId3" Type="http://schemas.openxmlformats.org/officeDocument/2006/relationships/image" Target="../media/image250.png"/><Relationship Id="rId63" Type="http://schemas.openxmlformats.org/officeDocument/2006/relationships/customXml" Target="../ink/ink15.xml"/><Relationship Id="rId68" Type="http://schemas.openxmlformats.org/officeDocument/2006/relationships/customXml" Target="../ink/ink18.xml"/><Relationship Id="rId76" Type="http://schemas.openxmlformats.org/officeDocument/2006/relationships/image" Target="../media/image580.png"/><Relationship Id="rId59" Type="http://schemas.openxmlformats.org/officeDocument/2006/relationships/customXml" Target="../ink/ink12.xml"/><Relationship Id="rId67" Type="http://schemas.openxmlformats.org/officeDocument/2006/relationships/image" Target="../media/image540.png"/><Relationship Id="rId71" Type="http://schemas.openxmlformats.org/officeDocument/2006/relationships/customXml" Target="../ink/ink20.xml"/><Relationship Id="rId2" Type="http://schemas.openxmlformats.org/officeDocument/2006/relationships/customXml" Target="../ink/ink9.xml"/><Relationship Id="rId62" Type="http://schemas.openxmlformats.org/officeDocument/2006/relationships/image" Target="../media/image520.png"/><Relationship Id="rId70" Type="http://schemas.openxmlformats.org/officeDocument/2006/relationships/customXml" Target="../ink/ink19.xml"/><Relationship Id="rId75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58" Type="http://schemas.openxmlformats.org/officeDocument/2006/relationships/image" Target="../media/image510.png"/><Relationship Id="rId66" Type="http://schemas.openxmlformats.org/officeDocument/2006/relationships/customXml" Target="../ink/ink17.xml"/><Relationship Id="rId74" Type="http://schemas.openxmlformats.org/officeDocument/2006/relationships/image" Target="../media/image570.png"/><Relationship Id="rId79" Type="http://schemas.openxmlformats.org/officeDocument/2006/relationships/customXml" Target="../ink/ink24.xml"/><Relationship Id="rId5" Type="http://schemas.openxmlformats.org/officeDocument/2006/relationships/customXml" Target="../ink/ink11.xml"/><Relationship Id="rId61" Type="http://schemas.openxmlformats.org/officeDocument/2006/relationships/customXml" Target="../ink/ink14.xml"/><Relationship Id="rId82" Type="http://schemas.openxmlformats.org/officeDocument/2006/relationships/image" Target="../media/image610.png"/><Relationship Id="rId60" Type="http://schemas.openxmlformats.org/officeDocument/2006/relationships/customXml" Target="../ink/ink13.xml"/><Relationship Id="rId65" Type="http://schemas.openxmlformats.org/officeDocument/2006/relationships/image" Target="../media/image530.png"/><Relationship Id="rId73" Type="http://schemas.openxmlformats.org/officeDocument/2006/relationships/customXml" Target="../ink/ink21.xml"/><Relationship Id="rId78" Type="http://schemas.openxmlformats.org/officeDocument/2006/relationships/image" Target="../media/image590.png"/><Relationship Id="rId81" Type="http://schemas.openxmlformats.org/officeDocument/2006/relationships/customXml" Target="../ink/ink25.xml"/><Relationship Id="rId4" Type="http://schemas.openxmlformats.org/officeDocument/2006/relationships/customXml" Target="../ink/ink10.xml"/><Relationship Id="rId64" Type="http://schemas.openxmlformats.org/officeDocument/2006/relationships/customXml" Target="../ink/ink16.xml"/><Relationship Id="rId69" Type="http://schemas.openxmlformats.org/officeDocument/2006/relationships/image" Target="../media/image550.png"/><Relationship Id="rId77" Type="http://schemas.openxmlformats.org/officeDocument/2006/relationships/customXml" Target="../ink/ink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4C42DB-970B-FF82-64EB-4EEDDE7C1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Seminarium dyplomowe 3</a:t>
            </a:r>
            <a:br>
              <a:rPr lang="pl-PL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dr hab. inż. Wojciech Zamojski</a:t>
            </a:r>
            <a:br>
              <a:rPr lang="pl-PL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2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wojciech.zamojski@ideis.pl</a:t>
            </a:r>
            <a:r>
              <a:rPr lang="pl-PL" sz="2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pl-PL" sz="2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2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wojciech.zamojski@pwr.edu.pl</a:t>
            </a:r>
            <a:r>
              <a:rPr lang="pl-PL" sz="2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pl-PL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l-PL" sz="28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68E5151-ACDB-97E9-E3B1-C26C4CFE63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3E33F65-CC80-755E-9306-D973A096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1764A88-42B4-6358-F01B-F95B2F88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815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F01705-8997-7C87-014E-B67CBC0C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„komunikacja”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CAB4A3-53C6-634B-FBE6-B2BED30FB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Dypl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Stacjonarne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Starosta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</a:p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Dypl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Niestacjonarne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Starosta: Andrzej 54516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Tel: 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</a:t>
            </a:r>
          </a:p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92F5483-E3C0-B392-50D9-838CA138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1C97AFF-F3BD-FC9F-EB1C-10F9942A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2</a:t>
            </a:fld>
            <a:endParaRPr lang="pl-P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64448C92-D636-CEAA-C458-CD7062B43758}"/>
                  </a:ext>
                </a:extLst>
              </p14:cNvPr>
              <p14:cNvContentPartPr/>
              <p14:nvPr/>
            </p14:nvContentPartPr>
            <p14:xfrm>
              <a:off x="-603937" y="2062145"/>
              <a:ext cx="360" cy="360"/>
            </p14:xfrm>
          </p:contentPart>
        </mc:Choice>
        <mc:Fallback xmlns=""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64448C92-D636-CEAA-C458-CD7062B43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12577" y="20535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437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909C9B-A753-28FF-DF37-0FDA373E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DA1377-9912-1210-098D-9612B211B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Wprowadzenie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 kursu, 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Pomoc w pisaniu pracy dyplomowej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Przygotowanie do egzaminu</a:t>
            </a:r>
          </a:p>
          <a:p>
            <a:pPr lvl="1"/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Harmonogram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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promotor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właściwe SEMINARIUM DYPLOMOWE 3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Inżynierski projekt dyplomowy 2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wymagania formalne – szablon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 dyplomowania,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rola promotora i recenzenta.</a:t>
            </a:r>
          </a:p>
          <a:p>
            <a:pPr lvl="1"/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DE2F8B2-4CD3-9B9E-167B-E4C39BD6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217DDE2-8B71-FB9D-C38F-3413C434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3</a:t>
            </a:fld>
            <a:endParaRPr lang="pl-P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BBCECEC7-F47B-98A7-EFF2-3037234A9A76}"/>
                  </a:ext>
                </a:extLst>
              </p14:cNvPr>
              <p14:cNvContentPartPr/>
              <p14:nvPr/>
            </p14:nvContentPartPr>
            <p14:xfrm>
              <a:off x="5706848" y="4905691"/>
              <a:ext cx="360" cy="6120"/>
            </p14:xfrm>
          </p:contentPart>
        </mc:Choice>
        <mc:Fallback xmlns=""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BBCECEC7-F47B-98A7-EFF2-3037234A9A7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98208" y="4896691"/>
                <a:ext cx="18000" cy="2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248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53295F-C0D0-68AF-73B5-3A424723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5635F9-A699-6F0D-959F-811580ED4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Wykład _ Seminarium dyplomowe 3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Praca dyplomowa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Szablon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Egzamin – wymogi formalne 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AA16AD7-FFDA-6706-9652-C5277B5E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4C0559B-626C-D9F0-D589-51E56810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668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A70385-3C38-07D7-9562-7D0A52EF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5F9A65-E4F1-C0B1-E303-6D3D0A7DE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Warunki zaliczenia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Przedmioty (3 oceny)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Praca dyplomowa (akceptacja)</a:t>
            </a:r>
          </a:p>
          <a:p>
            <a:pPr lvl="2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 –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wersja ostateczna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1.12.2026</a:t>
            </a:r>
          </a:p>
          <a:p>
            <a:pPr lvl="2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Akceptacja promotora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 „złożenia” pracy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Egzaminy: od </a:t>
            </a:r>
            <a:r>
              <a:rPr lang="pl-P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8.2.2027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…(31.3.2027?)</a:t>
            </a:r>
            <a:endParaRPr lang="pl-PL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83788C4-4878-F02A-E576-5DC80F0C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07969F0-AC76-68DB-6358-AD1388C4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5</a:t>
            </a:fld>
            <a:endParaRPr lang="pl-P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498C4928-DCAB-23B8-D7AE-5077625DCCF3}"/>
                  </a:ext>
                </a:extLst>
              </p14:cNvPr>
              <p14:cNvContentPartPr/>
              <p14:nvPr/>
            </p14:nvContentPartPr>
            <p14:xfrm>
              <a:off x="4457663" y="2499905"/>
              <a:ext cx="360" cy="3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498C4928-DCAB-23B8-D7AE-5077625DCC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2023" y="246390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6B34DEC9-9DCF-C5B5-DCBC-AB770AD1AB5E}"/>
                  </a:ext>
                </a:extLst>
              </p14:cNvPr>
              <p14:cNvContentPartPr/>
              <p14:nvPr/>
            </p14:nvContentPartPr>
            <p14:xfrm>
              <a:off x="6969383" y="3185705"/>
              <a:ext cx="1080" cy="20772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6B34DEC9-9DCF-C5B5-DCBC-AB770AD1AB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3743" y="3150065"/>
                <a:ext cx="7272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Pismo odręczne 7">
                <a:extLst>
                  <a:ext uri="{FF2B5EF4-FFF2-40B4-BE49-F238E27FC236}">
                    <a16:creationId xmlns:a16="http://schemas.microsoft.com/office/drawing/2014/main" id="{525650AF-0E41-C93C-A6DF-2EE7762DA8CC}"/>
                  </a:ext>
                </a:extLst>
              </p14:cNvPr>
              <p14:cNvContentPartPr/>
              <p14:nvPr/>
            </p14:nvContentPartPr>
            <p14:xfrm>
              <a:off x="6954263" y="3665585"/>
              <a:ext cx="360" cy="360"/>
            </p14:xfrm>
          </p:contentPart>
        </mc:Choice>
        <mc:Fallback xmlns="">
          <p:pic>
            <p:nvPicPr>
              <p:cNvPr id="8" name="Pismo odręczne 7">
                <a:extLst>
                  <a:ext uri="{FF2B5EF4-FFF2-40B4-BE49-F238E27FC236}">
                    <a16:creationId xmlns:a16="http://schemas.microsoft.com/office/drawing/2014/main" id="{525650AF-0E41-C93C-A6DF-2EE7762DA8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8623" y="362958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DD44E29E-FD55-E331-D38F-CCDAC6560D28}"/>
                  </a:ext>
                </a:extLst>
              </p14:cNvPr>
              <p14:cNvContentPartPr/>
              <p14:nvPr/>
            </p14:nvContentPartPr>
            <p14:xfrm>
              <a:off x="7155863" y="4578545"/>
              <a:ext cx="360" cy="360"/>
            </p14:xfrm>
          </p:contentPart>
        </mc:Choice>
        <mc:Fallback xmlns=""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DD44E29E-FD55-E331-D38F-CCDAC6560D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9863" y="4542545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Pismo odręczne 13">
                <a:extLst>
                  <a:ext uri="{FF2B5EF4-FFF2-40B4-BE49-F238E27FC236}">
                    <a16:creationId xmlns:a16="http://schemas.microsoft.com/office/drawing/2014/main" id="{7CD649DC-B5FA-AD0B-90F1-5BE84167C075}"/>
                  </a:ext>
                </a:extLst>
              </p14:cNvPr>
              <p14:cNvContentPartPr/>
              <p14:nvPr/>
            </p14:nvContentPartPr>
            <p14:xfrm>
              <a:off x="7468703" y="3274625"/>
              <a:ext cx="360" cy="360"/>
            </p14:xfrm>
          </p:contentPart>
        </mc:Choice>
        <mc:Fallback xmlns="">
          <p:pic>
            <p:nvPicPr>
              <p:cNvPr id="14" name="Pismo odręczne 13">
                <a:extLst>
                  <a:ext uri="{FF2B5EF4-FFF2-40B4-BE49-F238E27FC236}">
                    <a16:creationId xmlns:a16="http://schemas.microsoft.com/office/drawing/2014/main" id="{7CD649DC-B5FA-AD0B-90F1-5BE84167C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2703" y="3238985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047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7301E9-DB3A-57FE-E16E-EE8C60F5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4. Inżynierska praca dyplomowa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66BD99-A291-94DA-C8E8-FF2D52D3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667"/>
            <a:ext cx="10515600" cy="4695296"/>
          </a:xfrm>
        </p:spPr>
        <p:txBody>
          <a:bodyPr>
            <a:normAutofit lnSpcReduction="10000"/>
          </a:bodyPr>
          <a:lstStyle/>
          <a:p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Temat pracy:</a:t>
            </a:r>
          </a:p>
          <a:p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Inżynierska praca dyplomowa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Coś własnego trzeba zrobić</a:t>
            </a:r>
          </a:p>
          <a:p>
            <a:pPr lvl="1"/>
            <a:r>
              <a:rPr lang="pl-PL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 </a:t>
            </a:r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studia literaturowe </a:t>
            </a:r>
          </a:p>
          <a:p>
            <a:r>
              <a:rPr lang="pl-PL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„coś” : 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Projekt urządzenia 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Projekt systemu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Aplikacja</a:t>
            </a:r>
          </a:p>
          <a:p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Weryfikacja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Tekstu</a:t>
            </a:r>
          </a:p>
          <a:p>
            <a:pPr lvl="1"/>
            <a:r>
              <a:rPr lang="pl-PL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„czegoś”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E643EC9-4905-86D3-C942-625091BB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DCC2CE4-88B3-4BBA-6B84-018A5E0D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2873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203A04-F69A-1045-5089-06EDB1C7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1821"/>
          </a:xfrm>
        </p:spPr>
        <p:txBody>
          <a:bodyPr>
            <a:normAutofit/>
          </a:bodyPr>
          <a:lstStyle/>
          <a:p>
            <a:r>
              <a:rPr lang="pl-PL" sz="2800" dirty="0">
                <a:latin typeface="Arial" panose="020B0604020202020204" pitchFamily="34" charset="0"/>
                <a:cs typeface="Arial" panose="020B0604020202020204" pitchFamily="34" charset="0"/>
              </a:rPr>
              <a:t>5. Praca dyplomowa (formalne spojrzenie)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6736DB-0049-0EA8-9A7C-58A8B2A81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333"/>
            <a:ext cx="10515600" cy="4610630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Szablon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Objętość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Układ  m.in.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Wstęp / wprowadzenie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 i zakres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„studia literaturowe”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Opis własnej realizacji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Podsumowanie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zrobiono, a czego nie zrobiono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Bibliografia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B0A0206-BCB9-ABA2-B26C-AE38D4E3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981948F-437B-57B7-11DB-91B8EDC3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7</a:t>
            </a:fld>
            <a:endParaRPr lang="pl-P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0" name="Pismo odręczne 49">
                <a:extLst>
                  <a:ext uri="{FF2B5EF4-FFF2-40B4-BE49-F238E27FC236}">
                    <a16:creationId xmlns:a16="http://schemas.microsoft.com/office/drawing/2014/main" id="{E85AF498-4D39-1166-F8BE-3F0A6B316B42}"/>
                  </a:ext>
                </a:extLst>
              </p14:cNvPr>
              <p14:cNvContentPartPr/>
              <p14:nvPr/>
            </p14:nvContentPartPr>
            <p14:xfrm>
              <a:off x="4699928" y="3861331"/>
              <a:ext cx="360" cy="360"/>
            </p14:xfrm>
          </p:contentPart>
        </mc:Choice>
        <mc:Fallback xmlns="">
          <p:pic>
            <p:nvPicPr>
              <p:cNvPr id="50" name="Pismo odręczne 49">
                <a:extLst>
                  <a:ext uri="{FF2B5EF4-FFF2-40B4-BE49-F238E27FC236}">
                    <a16:creationId xmlns:a16="http://schemas.microsoft.com/office/drawing/2014/main" id="{E85AF498-4D39-1166-F8BE-3F0A6B316B4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691288" y="385233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630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E01E12-D895-F6E5-65B2-6B906070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33"/>
            <a:ext cx="10515600" cy="990601"/>
          </a:xfrm>
        </p:spPr>
        <p:txBody>
          <a:bodyPr>
            <a:normAutofit/>
          </a:bodyPr>
          <a:lstStyle/>
          <a:p>
            <a:r>
              <a:rPr lang="pl-PL" sz="3100" dirty="0">
                <a:latin typeface="Arial" panose="020B0604020202020204" pitchFamily="34" charset="0"/>
                <a:cs typeface="Arial" panose="020B0604020202020204" pitchFamily="34" charset="0"/>
              </a:rPr>
              <a:t>Praca dyplomowa (spojrzenie merytoryczne) 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004A31-0473-6A04-E69A-C9A98F4E8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/>
          </a:bodyPr>
          <a:lstStyle/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Temat – praca inżynierska 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Coś konkretnego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Coś konkretnego dla określonych założeń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Studia problemu – inni też to już robili – muszę o tym wiedzieć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„urealniony” temat</a:t>
            </a:r>
          </a:p>
          <a:p>
            <a:pPr lvl="1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Założenia, zakres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Realizacja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Ew. weryfikacja (testy)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Podsumowanie i propozycje kontynuacji </a:t>
            </a:r>
          </a:p>
          <a:p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Ew. załączniki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646F0BE2-F8F2-18B1-5FC4-71AAAFC2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/>
              <a:t>SEMINARIUM DYPLOMOWE 3 (WYKŁAD)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CEF4C31-839A-4724-00A0-4D4CD048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8</a:t>
            </a:fld>
            <a:endParaRPr lang="pl-P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7A2AAD85-403E-45A3-1889-1AF7FE2E374D}"/>
                  </a:ext>
                </a:extLst>
              </p14:cNvPr>
              <p14:cNvContentPartPr/>
              <p14:nvPr/>
            </p14:nvContentPartPr>
            <p14:xfrm>
              <a:off x="146663" y="4482425"/>
              <a:ext cx="360" cy="36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7A2AAD85-403E-45A3-1889-1AF7FE2E37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023" y="44734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Pismo odręczne 19">
                <a:extLst>
                  <a:ext uri="{FF2B5EF4-FFF2-40B4-BE49-F238E27FC236}">
                    <a16:creationId xmlns:a16="http://schemas.microsoft.com/office/drawing/2014/main" id="{03BF0966-B9BE-6980-8854-43A363D09369}"/>
                  </a:ext>
                </a:extLst>
              </p14:cNvPr>
              <p14:cNvContentPartPr/>
              <p14:nvPr/>
            </p14:nvContentPartPr>
            <p14:xfrm>
              <a:off x="7903223" y="4192985"/>
              <a:ext cx="360" cy="360"/>
            </p14:xfrm>
          </p:contentPart>
        </mc:Choice>
        <mc:Fallback xmlns="">
          <p:pic>
            <p:nvPicPr>
              <p:cNvPr id="20" name="Pismo odręczne 19">
                <a:extLst>
                  <a:ext uri="{FF2B5EF4-FFF2-40B4-BE49-F238E27FC236}">
                    <a16:creationId xmlns:a16="http://schemas.microsoft.com/office/drawing/2014/main" id="{03BF0966-B9BE-6980-8854-43A363D093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4583" y="41839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7" name="Pismo odręczne 46">
                <a:extLst>
                  <a:ext uri="{FF2B5EF4-FFF2-40B4-BE49-F238E27FC236}">
                    <a16:creationId xmlns:a16="http://schemas.microsoft.com/office/drawing/2014/main" id="{A1709DAA-7ED4-3DD7-04F6-FD9497BF45C0}"/>
                  </a:ext>
                </a:extLst>
              </p14:cNvPr>
              <p14:cNvContentPartPr/>
              <p14:nvPr/>
            </p14:nvContentPartPr>
            <p14:xfrm>
              <a:off x="9665423" y="248105"/>
              <a:ext cx="203760" cy="200160"/>
            </p14:xfrm>
          </p:contentPart>
        </mc:Choice>
        <mc:Fallback xmlns="">
          <p:pic>
            <p:nvPicPr>
              <p:cNvPr id="47" name="Pismo odręczne 46">
                <a:extLst>
                  <a:ext uri="{FF2B5EF4-FFF2-40B4-BE49-F238E27FC236}">
                    <a16:creationId xmlns:a16="http://schemas.microsoft.com/office/drawing/2014/main" id="{A1709DAA-7ED4-3DD7-04F6-FD9497BF45C0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656783" y="239105"/>
                <a:ext cx="221400" cy="2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upa 57">
            <a:extLst>
              <a:ext uri="{FF2B5EF4-FFF2-40B4-BE49-F238E27FC236}">
                <a16:creationId xmlns:a16="http://schemas.microsoft.com/office/drawing/2014/main" id="{3702B564-B77E-174C-A9A7-CB135B1C3AB8}"/>
              </a:ext>
            </a:extLst>
          </p:cNvPr>
          <p:cNvGrpSpPr/>
          <p:nvPr/>
        </p:nvGrpSpPr>
        <p:grpSpPr>
          <a:xfrm>
            <a:off x="10011383" y="236585"/>
            <a:ext cx="229680" cy="204840"/>
            <a:chOff x="10011383" y="236585"/>
            <a:chExt cx="2296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BDCA790C-5F7B-A46B-10F1-1ECD6140E41F}"/>
                    </a:ext>
                  </a:extLst>
                </p14:cNvPr>
                <p14:cNvContentPartPr/>
                <p14:nvPr/>
              </p14:nvContentPartPr>
              <p14:xfrm>
                <a:off x="10032623" y="321905"/>
                <a:ext cx="360" cy="360"/>
              </p14:xfrm>
            </p:contentPart>
          </mc:Choice>
          <mc:Fallback xmlns=""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BDCA790C-5F7B-A46B-10F1-1ECD6140E41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23623" y="3129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Pismo odręczne 48">
                  <a:extLst>
                    <a:ext uri="{FF2B5EF4-FFF2-40B4-BE49-F238E27FC236}">
                      <a16:creationId xmlns:a16="http://schemas.microsoft.com/office/drawing/2014/main" id="{0ACC09B3-C342-C1CB-FAC0-C99D4C75E543}"/>
                    </a:ext>
                  </a:extLst>
                </p14:cNvPr>
                <p14:cNvContentPartPr/>
                <p14:nvPr/>
              </p14:nvContentPartPr>
              <p14:xfrm>
                <a:off x="10032623" y="321905"/>
                <a:ext cx="360" cy="360"/>
              </p14:xfrm>
            </p:contentPart>
          </mc:Choice>
          <mc:Fallback xmlns="">
            <p:pic>
              <p:nvPicPr>
                <p:cNvPr id="49" name="Pismo odręczne 48">
                  <a:extLst>
                    <a:ext uri="{FF2B5EF4-FFF2-40B4-BE49-F238E27FC236}">
                      <a16:creationId xmlns:a16="http://schemas.microsoft.com/office/drawing/2014/main" id="{0ACC09B3-C342-C1CB-FAC0-C99D4C75E5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23623" y="3129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2" name="Pismo odręczne 51">
                  <a:extLst>
                    <a:ext uri="{FF2B5EF4-FFF2-40B4-BE49-F238E27FC236}">
                      <a16:creationId xmlns:a16="http://schemas.microsoft.com/office/drawing/2014/main" id="{1CF93678-A379-E0E5-F7DB-1E39B000561C}"/>
                    </a:ext>
                  </a:extLst>
                </p14:cNvPr>
                <p14:cNvContentPartPr/>
                <p14:nvPr/>
              </p14:nvContentPartPr>
              <p14:xfrm>
                <a:off x="10011383" y="236585"/>
                <a:ext cx="196560" cy="159480"/>
              </p14:xfrm>
            </p:contentPart>
          </mc:Choice>
          <mc:Fallback xmlns="">
            <p:pic>
              <p:nvPicPr>
                <p:cNvPr id="52" name="Pismo odręczne 51">
                  <a:extLst>
                    <a:ext uri="{FF2B5EF4-FFF2-40B4-BE49-F238E27FC236}">
                      <a16:creationId xmlns:a16="http://schemas.microsoft.com/office/drawing/2014/main" id="{1CF93678-A379-E0E5-F7DB-1E39B000561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02383" y="227585"/>
                  <a:ext cx="214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Pismo odręczne 54">
                  <a:extLst>
                    <a:ext uri="{FF2B5EF4-FFF2-40B4-BE49-F238E27FC236}">
                      <a16:creationId xmlns:a16="http://schemas.microsoft.com/office/drawing/2014/main" id="{12DDC240-BE31-2564-4940-F81B5403A0BB}"/>
                    </a:ext>
                  </a:extLst>
                </p14:cNvPr>
                <p14:cNvContentPartPr/>
                <p14:nvPr/>
              </p14:nvContentPartPr>
              <p14:xfrm>
                <a:off x="10240703" y="441065"/>
                <a:ext cx="360" cy="360"/>
              </p14:xfrm>
            </p:contentPart>
          </mc:Choice>
          <mc:Fallback xmlns="">
            <p:pic>
              <p:nvPicPr>
                <p:cNvPr id="55" name="Pismo odręczne 54">
                  <a:extLst>
                    <a:ext uri="{FF2B5EF4-FFF2-40B4-BE49-F238E27FC236}">
                      <a16:creationId xmlns:a16="http://schemas.microsoft.com/office/drawing/2014/main" id="{12DDC240-BE31-2564-4940-F81B5403A0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32063" y="43206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6" name="Pismo odręczne 55">
                <a:extLst>
                  <a:ext uri="{FF2B5EF4-FFF2-40B4-BE49-F238E27FC236}">
                    <a16:creationId xmlns:a16="http://schemas.microsoft.com/office/drawing/2014/main" id="{3D2F964D-9087-DC9C-C5F6-850A8FB3053B}"/>
                  </a:ext>
                </a:extLst>
              </p14:cNvPr>
              <p14:cNvContentPartPr/>
              <p14:nvPr/>
            </p14:nvContentPartPr>
            <p14:xfrm>
              <a:off x="10459583" y="87905"/>
              <a:ext cx="139320" cy="290520"/>
            </p14:xfrm>
          </p:contentPart>
        </mc:Choice>
        <mc:Fallback xmlns="">
          <p:pic>
            <p:nvPicPr>
              <p:cNvPr id="56" name="Pismo odręczne 55">
                <a:extLst>
                  <a:ext uri="{FF2B5EF4-FFF2-40B4-BE49-F238E27FC236}">
                    <a16:creationId xmlns:a16="http://schemas.microsoft.com/office/drawing/2014/main" id="{3D2F964D-9087-DC9C-C5F6-850A8FB3053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450583" y="78905"/>
                <a:ext cx="156960" cy="30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a 71">
            <a:extLst>
              <a:ext uri="{FF2B5EF4-FFF2-40B4-BE49-F238E27FC236}">
                <a16:creationId xmlns:a16="http://schemas.microsoft.com/office/drawing/2014/main" id="{D9BD4F98-9955-C624-4EB2-BC6B2EBAB1E9}"/>
              </a:ext>
            </a:extLst>
          </p:cNvPr>
          <p:cNvGrpSpPr/>
          <p:nvPr/>
        </p:nvGrpSpPr>
        <p:grpSpPr>
          <a:xfrm>
            <a:off x="10446983" y="46145"/>
            <a:ext cx="182160" cy="419760"/>
            <a:chOff x="10446983" y="46145"/>
            <a:chExt cx="182160" cy="41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9" name="Pismo odręczne 58">
                  <a:extLst>
                    <a:ext uri="{FF2B5EF4-FFF2-40B4-BE49-F238E27FC236}">
                      <a16:creationId xmlns:a16="http://schemas.microsoft.com/office/drawing/2014/main" id="{0D367E02-FEB7-32A5-6B76-99EB2E152163}"/>
                    </a:ext>
                  </a:extLst>
                </p14:cNvPr>
                <p14:cNvContentPartPr/>
                <p14:nvPr/>
              </p14:nvContentPartPr>
              <p14:xfrm>
                <a:off x="10446983" y="46145"/>
                <a:ext cx="181800" cy="265320"/>
              </p14:xfrm>
            </p:contentPart>
          </mc:Choice>
          <mc:Fallback xmlns="">
            <p:pic>
              <p:nvPicPr>
                <p:cNvPr id="59" name="Pismo odręczne 58">
                  <a:extLst>
                    <a:ext uri="{FF2B5EF4-FFF2-40B4-BE49-F238E27FC236}">
                      <a16:creationId xmlns:a16="http://schemas.microsoft.com/office/drawing/2014/main" id="{0D367E02-FEB7-32A5-6B76-99EB2E1521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38343" y="37505"/>
                  <a:ext cx="199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0" name="Pismo odręczne 59">
                  <a:extLst>
                    <a:ext uri="{FF2B5EF4-FFF2-40B4-BE49-F238E27FC236}">
                      <a16:creationId xmlns:a16="http://schemas.microsoft.com/office/drawing/2014/main" id="{B7C332DF-C6D4-6503-7EE2-D04871FDFCF1}"/>
                    </a:ext>
                  </a:extLst>
                </p14:cNvPr>
                <p14:cNvContentPartPr/>
                <p14:nvPr/>
              </p14:nvContentPartPr>
              <p14:xfrm>
                <a:off x="10466063" y="46145"/>
                <a:ext cx="163080" cy="419760"/>
              </p14:xfrm>
            </p:contentPart>
          </mc:Choice>
          <mc:Fallback xmlns="">
            <p:pic>
              <p:nvPicPr>
                <p:cNvPr id="60" name="Pismo odręczne 59">
                  <a:extLst>
                    <a:ext uri="{FF2B5EF4-FFF2-40B4-BE49-F238E27FC236}">
                      <a16:creationId xmlns:a16="http://schemas.microsoft.com/office/drawing/2014/main" id="{B7C332DF-C6D4-6503-7EE2-D04871FDFC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57063" y="37505"/>
                  <a:ext cx="180720" cy="43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upa 69">
            <a:extLst>
              <a:ext uri="{FF2B5EF4-FFF2-40B4-BE49-F238E27FC236}">
                <a16:creationId xmlns:a16="http://schemas.microsoft.com/office/drawing/2014/main" id="{AFBC973D-80CE-B62C-C636-48A2F85992EC}"/>
              </a:ext>
            </a:extLst>
          </p:cNvPr>
          <p:cNvGrpSpPr/>
          <p:nvPr/>
        </p:nvGrpSpPr>
        <p:grpSpPr>
          <a:xfrm>
            <a:off x="10783223" y="190505"/>
            <a:ext cx="1049760" cy="273240"/>
            <a:chOff x="10783223" y="190505"/>
            <a:chExt cx="104976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1" name="Pismo odręczne 60">
                  <a:extLst>
                    <a:ext uri="{FF2B5EF4-FFF2-40B4-BE49-F238E27FC236}">
                      <a16:creationId xmlns:a16="http://schemas.microsoft.com/office/drawing/2014/main" id="{282212FB-358B-241A-56D1-B5F678A80632}"/>
                    </a:ext>
                  </a:extLst>
                </p14:cNvPr>
                <p14:cNvContentPartPr/>
                <p14:nvPr/>
              </p14:nvContentPartPr>
              <p14:xfrm>
                <a:off x="10783223" y="463385"/>
                <a:ext cx="360" cy="360"/>
              </p14:xfrm>
            </p:contentPart>
          </mc:Choice>
          <mc:Fallback xmlns="">
            <p:pic>
              <p:nvPicPr>
                <p:cNvPr id="61" name="Pismo odręczne 60">
                  <a:extLst>
                    <a:ext uri="{FF2B5EF4-FFF2-40B4-BE49-F238E27FC236}">
                      <a16:creationId xmlns:a16="http://schemas.microsoft.com/office/drawing/2014/main" id="{282212FB-358B-241A-56D1-B5F678A8063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774583" y="4547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2" name="Pismo odręczne 61">
                  <a:extLst>
                    <a:ext uri="{FF2B5EF4-FFF2-40B4-BE49-F238E27FC236}">
                      <a16:creationId xmlns:a16="http://schemas.microsoft.com/office/drawing/2014/main" id="{F4183344-0F7D-F4C0-357A-0310E8563CC3}"/>
                    </a:ext>
                  </a:extLst>
                </p14:cNvPr>
                <p14:cNvContentPartPr/>
                <p14:nvPr/>
              </p14:nvContentPartPr>
              <p14:xfrm>
                <a:off x="10922543" y="251705"/>
                <a:ext cx="167400" cy="200880"/>
              </p14:xfrm>
            </p:contentPart>
          </mc:Choice>
          <mc:Fallback xmlns="">
            <p:pic>
              <p:nvPicPr>
                <p:cNvPr id="62" name="Pismo odręczne 61">
                  <a:extLst>
                    <a:ext uri="{FF2B5EF4-FFF2-40B4-BE49-F238E27FC236}">
                      <a16:creationId xmlns:a16="http://schemas.microsoft.com/office/drawing/2014/main" id="{F4183344-0F7D-F4C0-357A-0310E8563CC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913543" y="242705"/>
                  <a:ext cx="185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Pismo odręczne 62">
                  <a:extLst>
                    <a:ext uri="{FF2B5EF4-FFF2-40B4-BE49-F238E27FC236}">
                      <a16:creationId xmlns:a16="http://schemas.microsoft.com/office/drawing/2014/main" id="{03B0C8CF-9FD3-50BF-7AEF-3882C8B97D82}"/>
                    </a:ext>
                  </a:extLst>
                </p14:cNvPr>
                <p14:cNvContentPartPr/>
                <p14:nvPr/>
              </p14:nvContentPartPr>
              <p14:xfrm>
                <a:off x="11153663" y="201305"/>
                <a:ext cx="228600" cy="228960"/>
              </p14:xfrm>
            </p:contentPart>
          </mc:Choice>
          <mc:Fallback xmlns="">
            <p:pic>
              <p:nvPicPr>
                <p:cNvPr id="63" name="Pismo odręczne 62">
                  <a:extLst>
                    <a:ext uri="{FF2B5EF4-FFF2-40B4-BE49-F238E27FC236}">
                      <a16:creationId xmlns:a16="http://schemas.microsoft.com/office/drawing/2014/main" id="{03B0C8CF-9FD3-50BF-7AEF-3882C8B97D8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145023" y="192305"/>
                  <a:ext cx="246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Pismo odręczne 63">
                  <a:extLst>
                    <a:ext uri="{FF2B5EF4-FFF2-40B4-BE49-F238E27FC236}">
                      <a16:creationId xmlns:a16="http://schemas.microsoft.com/office/drawing/2014/main" id="{E21821CB-80AA-8A94-C6F0-5A1CB9EC1E3E}"/>
                    </a:ext>
                  </a:extLst>
                </p14:cNvPr>
                <p14:cNvContentPartPr/>
                <p14:nvPr/>
              </p14:nvContentPartPr>
              <p14:xfrm>
                <a:off x="11415743" y="190505"/>
                <a:ext cx="213840" cy="213480"/>
              </p14:xfrm>
            </p:contentPart>
          </mc:Choice>
          <mc:Fallback xmlns="">
            <p:pic>
              <p:nvPicPr>
                <p:cNvPr id="64" name="Pismo odręczne 63">
                  <a:extLst>
                    <a:ext uri="{FF2B5EF4-FFF2-40B4-BE49-F238E27FC236}">
                      <a16:creationId xmlns:a16="http://schemas.microsoft.com/office/drawing/2014/main" id="{E21821CB-80AA-8A94-C6F0-5A1CB9EC1E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06743" y="181505"/>
                  <a:ext cx="2314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5" name="Pismo odręczne 64">
                  <a:extLst>
                    <a:ext uri="{FF2B5EF4-FFF2-40B4-BE49-F238E27FC236}">
                      <a16:creationId xmlns:a16="http://schemas.microsoft.com/office/drawing/2014/main" id="{D6848FE1-7427-6483-1F28-11FF93F5C1F7}"/>
                    </a:ext>
                  </a:extLst>
                </p14:cNvPr>
                <p14:cNvContentPartPr/>
                <p14:nvPr/>
              </p14:nvContentPartPr>
              <p14:xfrm>
                <a:off x="11695463" y="217505"/>
                <a:ext cx="137520" cy="227160"/>
              </p14:xfrm>
            </p:contentPart>
          </mc:Choice>
          <mc:Fallback xmlns="">
            <p:pic>
              <p:nvPicPr>
                <p:cNvPr id="65" name="Pismo odręczne 64">
                  <a:extLst>
                    <a:ext uri="{FF2B5EF4-FFF2-40B4-BE49-F238E27FC236}">
                      <a16:creationId xmlns:a16="http://schemas.microsoft.com/office/drawing/2014/main" id="{D6848FE1-7427-6483-1F28-11FF93F5C1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686463" y="208505"/>
                  <a:ext cx="15516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upa 74">
            <a:extLst>
              <a:ext uri="{FF2B5EF4-FFF2-40B4-BE49-F238E27FC236}">
                <a16:creationId xmlns:a16="http://schemas.microsoft.com/office/drawing/2014/main" id="{27183A1F-03D1-DBF9-B7FB-3FB258F83A4E}"/>
              </a:ext>
            </a:extLst>
          </p:cNvPr>
          <p:cNvGrpSpPr/>
          <p:nvPr/>
        </p:nvGrpSpPr>
        <p:grpSpPr>
          <a:xfrm>
            <a:off x="10692503" y="701345"/>
            <a:ext cx="236520" cy="386640"/>
            <a:chOff x="10692503" y="701345"/>
            <a:chExt cx="23652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6" name="Pismo odręczne 65">
                  <a:extLst>
                    <a:ext uri="{FF2B5EF4-FFF2-40B4-BE49-F238E27FC236}">
                      <a16:creationId xmlns:a16="http://schemas.microsoft.com/office/drawing/2014/main" id="{A3A1FF8A-44D3-1E51-1AAA-16566CB84FB3}"/>
                    </a:ext>
                  </a:extLst>
                </p14:cNvPr>
                <p14:cNvContentPartPr/>
                <p14:nvPr/>
              </p14:nvContentPartPr>
              <p14:xfrm>
                <a:off x="10692503" y="701345"/>
                <a:ext cx="6480" cy="386640"/>
              </p14:xfrm>
            </p:contentPart>
          </mc:Choice>
          <mc:Fallback xmlns="">
            <p:pic>
              <p:nvPicPr>
                <p:cNvPr id="66" name="Pismo odręczne 65">
                  <a:extLst>
                    <a:ext uri="{FF2B5EF4-FFF2-40B4-BE49-F238E27FC236}">
                      <a16:creationId xmlns:a16="http://schemas.microsoft.com/office/drawing/2014/main" id="{A3A1FF8A-44D3-1E51-1AAA-16566CB84FB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683503" y="692705"/>
                  <a:ext cx="241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73" name="Pismo odręczne 72">
                  <a:extLst>
                    <a:ext uri="{FF2B5EF4-FFF2-40B4-BE49-F238E27FC236}">
                      <a16:creationId xmlns:a16="http://schemas.microsoft.com/office/drawing/2014/main" id="{E0280618-676C-82B1-141F-1AD945CA5A86}"/>
                    </a:ext>
                  </a:extLst>
                </p14:cNvPr>
                <p14:cNvContentPartPr/>
                <p14:nvPr/>
              </p14:nvContentPartPr>
              <p14:xfrm>
                <a:off x="10736063" y="711065"/>
                <a:ext cx="192960" cy="332280"/>
              </p14:xfrm>
            </p:contentPart>
          </mc:Choice>
          <mc:Fallback xmlns="">
            <p:pic>
              <p:nvPicPr>
                <p:cNvPr id="73" name="Pismo odręczne 72">
                  <a:extLst>
                    <a:ext uri="{FF2B5EF4-FFF2-40B4-BE49-F238E27FC236}">
                      <a16:creationId xmlns:a16="http://schemas.microsoft.com/office/drawing/2014/main" id="{E0280618-676C-82B1-141F-1AD945CA5A8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27063" y="702425"/>
                  <a:ext cx="210600" cy="349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9155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5B39A9-78DB-4D38-355C-30806A8C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AC2B17-B50E-DAE5-71E8-981F1C171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6FE2597-D22E-A9D0-F3CD-877B22AF1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SEMINARIUM DYPLOMOWE 3 (WYKŁAD 1)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407D183-C5F5-E9CB-C1F4-F3238230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104BE-27E8-DB47-B453-7B08AE0E87D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187148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325</Words>
  <Application>Microsoft Macintosh PowerPoint</Application>
  <PresentationFormat>Panoramiczny</PresentationFormat>
  <Paragraphs>85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Motyw pakietu Office</vt:lpstr>
      <vt:lpstr>Seminarium dyplomowe 3 Prof. dr hab. inż. Wojciech Zamojski wojciech.zamojski@ideis.pl  wojciech.zamojski@pwr.edu.pl  </vt:lpstr>
      <vt:lpstr>„komunikacja”</vt:lpstr>
      <vt:lpstr>Prezentacja programu PowerPoint</vt:lpstr>
      <vt:lpstr>Prezentacja programu PowerPoint</vt:lpstr>
      <vt:lpstr>Prezentacja programu PowerPoint</vt:lpstr>
      <vt:lpstr>4. Inżynierska praca dyplomowa</vt:lpstr>
      <vt:lpstr>5. Praca dyplomowa (formalne spojrzenie)</vt:lpstr>
      <vt:lpstr>Praca dyplomowa (spojrzenie merytoryczne) 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Zamojski</dc:creator>
  <cp:lastModifiedBy>Wojciech Zamojski</cp:lastModifiedBy>
  <cp:revision>23</cp:revision>
  <dcterms:created xsi:type="dcterms:W3CDTF">2024-10-18T15:52:01Z</dcterms:created>
  <dcterms:modified xsi:type="dcterms:W3CDTF">2026-10-21T16:20:35Z</dcterms:modified>
</cp:coreProperties>
</file>